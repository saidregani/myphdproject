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image" Target="../media/image-1-6.jpg"/><Relationship Id="rId7" Type="http://schemas.openxmlformats.org/officeDocument/2006/relationships/image" Target="../media/image-1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E9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TRAVAUX AVANT-PROJET · L3 ELN · 2026/2027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92024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Projets Arduino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546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E9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projets au choix pour les groupes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319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groupe choisit un seul projet, ou propose le sien.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75488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/home/user/myphdproject/projets/qr_site_proje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4828032"/>
            <a:ext cx="1271016" cy="127101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240280" y="512064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E9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Scannez pour choisir votre projet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638544" y="1197864"/>
            <a:ext cx="2404872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1" descr="/home/user/myphdproject/formulaire/images_projets/05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75120" y="1234440"/>
            <a:ext cx="2331720" cy="14630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9153144" y="1197864"/>
            <a:ext cx="2404872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2" descr="/home/user/myphdproject/formulaire/images_projets/07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189720" y="1234440"/>
            <a:ext cx="233172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638544" y="2843784"/>
            <a:ext cx="2404872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3" descr="/home/user/myphdproject/formulaire/images_projets/13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675120" y="2880360"/>
            <a:ext cx="2331720" cy="146304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9153144" y="2843784"/>
            <a:ext cx="2404872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4" descr="/home/user/myphdproject/formulaire/images_projets/15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189720" y="2880360"/>
            <a:ext cx="2331720" cy="146304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6638544" y="4489704"/>
            <a:ext cx="2404872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5" descr="/home/user/myphdproject/formulaire/images_projets/22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675120" y="4526280"/>
            <a:ext cx="2331720" cy="1463040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9153144" y="4489704"/>
            <a:ext cx="2404872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0" name="Image 6" descr="/home/user/myphdproject/formulaire/images_projets/29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9189720" y="4526280"/>
            <a:ext cx="2331720" cy="1463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Système de détection et d'alerte du niveau d'eau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091214" y="1435608"/>
            <a:ext cx="400652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4366" y="1508760"/>
            <a:ext cx="3860220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30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Ouverture d'une serrure électrique par carte RFID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156163" y="1435608"/>
            <a:ext cx="9876625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9315" y="1508760"/>
            <a:ext cx="9730321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30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Ouverture d'une serrure électrique par clavier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433484" y="1435608"/>
            <a:ext cx="932198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636" y="1508760"/>
            <a:ext cx="9175679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30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Ouverture d'une serrure électrique par empreinte digitale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200843" y="1435608"/>
            <a:ext cx="9787266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3995" y="1508760"/>
            <a:ext cx="9640962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30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Barrière de parking automatique avec capteur à ultrasons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85412" y="1435608"/>
            <a:ext cx="9418129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8564" y="1508760"/>
            <a:ext cx="9271825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30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Horloge numérique avec écran LCD et module RTC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36358" y="1435608"/>
            <a:ext cx="10316235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510" y="1508760"/>
            <a:ext cx="10169931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30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Station météo avec capteur DHT11 et affichage LCD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972330" y="1435608"/>
            <a:ext cx="824429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5482" y="1508760"/>
            <a:ext cx="8097989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30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Système automatique de récupération de vêtements basé sur la détection de pluie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34186" y="1435608"/>
            <a:ext cx="9520580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7338" y="1508760"/>
            <a:ext cx="9374276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30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Minuteur pour contrôler une lampe avec relais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38767" y="1435608"/>
            <a:ext cx="9511418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1919" y="1508760"/>
            <a:ext cx="9365114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30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Détecteur de fuite de gaz avec ventilateur d'extraction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060540" y="1435608"/>
            <a:ext cx="8067872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3692" y="1508760"/>
            <a:ext cx="7921568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30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Système de tri automatique des déchets humides et secs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233370" y="1435608"/>
            <a:ext cx="9722212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6522" y="1508760"/>
            <a:ext cx="9575908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30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Tirelire intelligente : compteur de pièces et affichage LCD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461692" y="1435608"/>
            <a:ext cx="9265568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4844" y="1508760"/>
            <a:ext cx="9119264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30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Système d'éclairage automatique à base de capteur LDR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118355" y="1435608"/>
            <a:ext cx="5952242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1507" y="1508760"/>
            <a:ext cx="5805938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30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Compteur bidirectionnel de visiteurs avec capteurs IR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997227" y="1435608"/>
            <a:ext cx="8194499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0379" y="1508760"/>
            <a:ext cx="8048195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30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Porte automatique avec capteur à ultrasons et servomoteur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247007" y="1435608"/>
            <a:ext cx="9694938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0159" y="1508760"/>
            <a:ext cx="9548634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30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Calculatrice de base avec Arduino et clavier matriciel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712852" y="1435608"/>
            <a:ext cx="8763248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6004" y="1508760"/>
            <a:ext cx="8616944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30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Jeu de mémoire électronique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449652" y="1435608"/>
            <a:ext cx="528964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22804" y="1508760"/>
            <a:ext cx="5143343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30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Implémentation des portes logiques fondamentales avec Arduino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021935" y="1435608"/>
            <a:ext cx="10145082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087" y="1508760"/>
            <a:ext cx="9998778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30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Contrôleur de feux tricolores avec afficheur 7 segments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13763" y="1435608"/>
            <a:ext cx="4961425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86915" y="1508760"/>
            <a:ext cx="4815121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30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Robinet d'eau automatique à base d'Arduino Uno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903092" y="1435608"/>
            <a:ext cx="8382768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6244" y="1508760"/>
            <a:ext cx="8236464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30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Thermomètre numérique avec capteur LM35 et écran LCD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108647" y="1435608"/>
            <a:ext cx="797165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1799" y="1508760"/>
            <a:ext cx="7825353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30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Radar de recul avec capteur à ultrasons et buzzer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108647" y="1435608"/>
            <a:ext cx="797165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1799" y="1508760"/>
            <a:ext cx="7825353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30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Arrosage automatique des plantes avec capteur d'humidité du sol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108647" y="1435608"/>
            <a:ext cx="797165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1799" y="1508760"/>
            <a:ext cx="7825353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30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Alarme anti-intrusion avec capteur PIR et buzzer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108647" y="1435608"/>
            <a:ext cx="797165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1799" y="1508760"/>
            <a:ext cx="7825353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30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Distributeur automatique d'objets avec servomoteur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106791" y="1435608"/>
            <a:ext cx="7975370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9943" y="1508760"/>
            <a:ext cx="7829066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30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Ventilateur automatique commandé par la température (DHT11 et relais)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106791" y="1435608"/>
            <a:ext cx="7975370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9943" y="1508760"/>
            <a:ext cx="7829066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30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Commande de LED et de relais par smartphone via Bluetooth (HC-05)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106791" y="1435608"/>
            <a:ext cx="7975370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9943" y="1508760"/>
            <a:ext cx="7829066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30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Réglage de la vitesse d'un moteur à courant continu par potentiomètre (PWM)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106791" y="1435608"/>
            <a:ext cx="7975370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9943" y="1508760"/>
            <a:ext cx="7829066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30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Suiveur de lumière avec deux LDR et un servomoteur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106791" y="1435608"/>
            <a:ext cx="7975370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9943" y="1508760"/>
            <a:ext cx="7829066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30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77240" cy="77724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Détecteur de flamme avec alarme sonore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106791" y="1435608"/>
            <a:ext cx="7975370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6B">
                <a:alpha val="18000"/>
              </a:srgbClr>
            </a:outerShdw>
          </a:effectLst>
        </p:spPr>
      </p:sp>
      <p:pic>
        <p:nvPicPr>
          <p:cNvPr id="6" name="Image 0" descr="/home/user/myphdproject/formulaire/images_projets/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9943" y="1508760"/>
            <a:ext cx="7829066" cy="4892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0" y="647395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30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Choisissez votre projet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880360"/>
            <a:ext cx="6035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Scannez le QR code avec votre téléphone.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Choisissez un projet encore disponible.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Indiquez les membres du groupe et l'e-mail du responsable.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projet déjà choisi ne peut plus être pris.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406640" y="1143000"/>
            <a:ext cx="4114800" cy="41148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/home/user/myphdproject/projets/qr_site_proje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1325880"/>
            <a:ext cx="3749040" cy="3749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06640" y="54406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9E9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avez une autre idée ? Proposez-la sur le même site.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Projets Arduino – L3 ELN</dc:title>
  <dc:subject>PptxGenJS Presentation</dc:subject>
  <dc:creator>PptxGenJS</dc:creator>
  <cp:lastModifiedBy>PptxGenJS</cp:lastModifiedBy>
  <cp:revision>1</cp:revision>
  <dcterms:created xsi:type="dcterms:W3CDTF">2026-09-28T21:41:22Z</dcterms:created>
  <dcterms:modified xsi:type="dcterms:W3CDTF">2026-09-28T21:41:22Z</dcterms:modified>
</cp:coreProperties>
</file>