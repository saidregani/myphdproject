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AVANT-PROJET · L3 ELN · 2026/2027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Projets Arduino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projets au choix pour les groupes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choisit un seul projet, ou propose le sien.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38544" y="119786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user/myphdproject/formulaire/images_projets/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234440"/>
            <a:ext cx="233172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53144" y="119786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user/myphdproject/formulaire/images_projets/0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1234440"/>
            <a:ext cx="2331720" cy="1463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38544" y="284378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/home/user/myphdproject/formulaire/images_projets/1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2880360"/>
            <a:ext cx="2331720" cy="14630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53144" y="284378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3" descr="/home/user/myphdproject/formulaire/images_projets/1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9720" y="2880360"/>
            <a:ext cx="2331720" cy="1463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638544" y="448970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4" descr="/home/user/myphdproject/formulaire/images_projets/2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75120" y="4526280"/>
            <a:ext cx="2331720" cy="146304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53144" y="4489704"/>
            <a:ext cx="24048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5" descr="/home/user/myphdproject/formulaire/images_projets/29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189720" y="4526280"/>
            <a:ext cx="23317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détection et d'alerte du niveau d'eau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91214" y="1435608"/>
            <a:ext cx="400652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4366" y="1508760"/>
            <a:ext cx="3860220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 d'une serrure électrique par carte RFID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56163" y="1435608"/>
            <a:ext cx="9876625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15" y="1508760"/>
            <a:ext cx="9730321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 d'une serrure électrique par clavier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33484" y="1435608"/>
            <a:ext cx="932198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636" y="1508760"/>
            <a:ext cx="9175679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 d'une serrure électrique par empreinte digitale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00843" y="1435608"/>
            <a:ext cx="9787266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995" y="1508760"/>
            <a:ext cx="9640962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Barrière de parking automatique avec capteur à ultrasons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85412" y="1435608"/>
            <a:ext cx="9418129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564" y="1508760"/>
            <a:ext cx="9271825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Horloge numérique avec écran LCD et module RTC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6358" y="1435608"/>
            <a:ext cx="10316235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510" y="1508760"/>
            <a:ext cx="10169931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météo avec capteur DHT11 et affichage LCD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72330" y="1435608"/>
            <a:ext cx="824429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482" y="1508760"/>
            <a:ext cx="8097989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automatique de récupération de vêtements basé sur la détection de pluie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34186" y="1435608"/>
            <a:ext cx="952058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338" y="1508760"/>
            <a:ext cx="937427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Minuteur pour contrôler une lampe avec relais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38767" y="1435608"/>
            <a:ext cx="951141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919" y="1508760"/>
            <a:ext cx="936511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Détecteur de fuite de gaz avec ventilateur d'extraction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60540" y="1435608"/>
            <a:ext cx="806787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92" y="1508760"/>
            <a:ext cx="7921568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tri automatique des déchets humides et secs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33370" y="1435608"/>
            <a:ext cx="972221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522" y="1508760"/>
            <a:ext cx="9575908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Tirelire intelligente : compteur de pièces et affichage LCD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61692" y="1435608"/>
            <a:ext cx="926556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844" y="1508760"/>
            <a:ext cx="911926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d'éclairage automatique à base de capteur LDR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118355" y="1435608"/>
            <a:ext cx="595224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507" y="1508760"/>
            <a:ext cx="5805938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Compteur bidirectionnel de visiteurs avec capteurs 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97227" y="1435608"/>
            <a:ext cx="8194499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379" y="1508760"/>
            <a:ext cx="8048195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 automatique avec capteur à ultrasons et servomoteur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7007" y="1435608"/>
            <a:ext cx="969493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159" y="1508760"/>
            <a:ext cx="954863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Calculatrice de base avec Arduino et clavier matriciel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12852" y="1435608"/>
            <a:ext cx="876324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004" y="1508760"/>
            <a:ext cx="861694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mémoire électronique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49652" y="1435608"/>
            <a:ext cx="528964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804" y="1508760"/>
            <a:ext cx="5143343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 des portes logiques fondamentales avec Arduino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21935" y="1435608"/>
            <a:ext cx="1014508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087" y="1508760"/>
            <a:ext cx="9998778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Contrôleur de feux tricolores avec afficheur 7 segments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13763" y="1435608"/>
            <a:ext cx="4961425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915" y="1508760"/>
            <a:ext cx="4815121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Robinet d'eau automatique à base d'Arduino Uno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03092" y="1435608"/>
            <a:ext cx="838276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244" y="1508760"/>
            <a:ext cx="823646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Thermomètre numérique avec capteur LM35 et écran LCD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8647" y="1435608"/>
            <a:ext cx="7971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99" y="1508760"/>
            <a:ext cx="7825353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 de recul avec capteur à ultrasons et buzzer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8647" y="1435608"/>
            <a:ext cx="7971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99" y="1508760"/>
            <a:ext cx="7825353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Arrosage automatique des plantes avec capteur d'humidité du sol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8647" y="1435608"/>
            <a:ext cx="7971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99" y="1508760"/>
            <a:ext cx="7825353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Alarme anti-intrusion avec capteur PIR et buzzer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8647" y="1435608"/>
            <a:ext cx="7971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99" y="1508760"/>
            <a:ext cx="7825353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Distributeur automatique d'objets avec servomoteur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6791" y="1435608"/>
            <a:ext cx="797537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43" y="1508760"/>
            <a:ext cx="782906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Ventilateur automatique commandé par la température (DHT11 et relais)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7692" y="1435608"/>
            <a:ext cx="7973568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1508760"/>
            <a:ext cx="7827264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 de LED et de relais par smartphone via Bluetooth (HC-05)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6791" y="1435608"/>
            <a:ext cx="797537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43" y="1508760"/>
            <a:ext cx="782906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Réglage de la vitesse d'un moteur à courant continu par potentiomètre (PWM)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6791" y="1435608"/>
            <a:ext cx="797537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43" y="1508760"/>
            <a:ext cx="782906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Suiveur de lumière avec deux LDR et un servomoteur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6791" y="1435608"/>
            <a:ext cx="797537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43" y="1508760"/>
            <a:ext cx="782906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77240" cy="777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74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Détecteur de flamme avec alarme sonore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06791" y="1435608"/>
            <a:ext cx="797537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6B">
                <a:alpha val="18000"/>
              </a:srgbClr>
            </a:outerShdw>
          </a:effectLst>
        </p:spPr>
      </p:sp>
      <p:pic>
        <p:nvPicPr>
          <p:cNvPr id="6" name="Image 0" descr="/home/user/myphdproject/formulaire/images_projets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43" y="1508760"/>
            <a:ext cx="7829066" cy="4892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Projets Arduino – L3 ELN</dc:title>
  <dc:subject>PptxGenJS Presentation</dc:subject>
  <dc:creator>PptxGenJS</dc:creator>
  <cp:lastModifiedBy>PptxGenJS</cp:lastModifiedBy>
  <cp:revision>1</cp:revision>
  <dcterms:created xsi:type="dcterms:W3CDTF">2026-09-28T21:32:29Z</dcterms:created>
  <dcterms:modified xsi:type="dcterms:W3CDTF">2026-09-28T21:32:29Z</dcterms:modified>
</cp:coreProperties>
</file>