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Rappel de la séance précédente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avons vu les cinq étapes de la conception d'un projet, dans un ordre à respecter : chaque étape prépare la suivante. Exemple : la lampe automatique.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7300" y="2926080"/>
            <a:ext cx="822960" cy="8229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5730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31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Analyser le besoin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548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problème 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06624" y="4160520"/>
            <a:ext cx="128016" cy="182880"/>
          </a:xfrm>
          <a:prstGeom prst="rightArrow">
            <a:avLst/>
          </a:prstGeom>
          <a:solidFill>
            <a:srgbClr val="2C5596"/>
          </a:solidFill>
          <a:ln w="12700">
            <a:solidFill>
              <a:srgbClr val="2C55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3784" y="260604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61004" y="2926080"/>
            <a:ext cx="822960" cy="8229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61004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2980944" y="3931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Écrire le cahier des charges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980944" y="47548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+ contraintes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10328" y="4160520"/>
            <a:ext cx="128016" cy="182880"/>
          </a:xfrm>
          <a:prstGeom prst="rightArrow">
            <a:avLst/>
          </a:prstGeom>
          <a:solidFill>
            <a:srgbClr val="2C5596"/>
          </a:solidFill>
          <a:ln w="12700">
            <a:solidFill>
              <a:srgbClr val="2C55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7488" y="260604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4708" y="2926080"/>
            <a:ext cx="822960" cy="8229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4708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5184648" y="3931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Découper en blocs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84648" y="47548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rôle par bloc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14032" y="4160520"/>
            <a:ext cx="128016" cy="182880"/>
          </a:xfrm>
          <a:prstGeom prst="rightArrow">
            <a:avLst/>
          </a:prstGeom>
          <a:solidFill>
            <a:srgbClr val="2C5596"/>
          </a:solidFill>
          <a:ln w="12700">
            <a:solidFill>
              <a:srgbClr val="2C55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51192" y="260604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8412" y="2926080"/>
            <a:ext cx="822960" cy="8229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8412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7388352" y="3931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les composants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388352" y="47548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 justifier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17736" y="4160520"/>
            <a:ext cx="128016" cy="182880"/>
          </a:xfrm>
          <a:prstGeom prst="rightArrow">
            <a:avLst/>
          </a:prstGeom>
          <a:solidFill>
            <a:srgbClr val="2C5596"/>
          </a:solidFill>
          <a:ln w="12700">
            <a:solidFill>
              <a:srgbClr val="2C55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54896" y="260604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72116" y="2926080"/>
            <a:ext cx="822960" cy="8229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7211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300" dirty="0"/>
          </a:p>
        </p:txBody>
      </p:sp>
      <p:sp>
        <p:nvSpPr>
          <p:cNvPr id="31" name="Text 29"/>
          <p:cNvSpPr txBox="1"/>
          <p:nvPr/>
        </p:nvSpPr>
        <p:spPr>
          <a:xfrm>
            <a:off x="9592056" y="3931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Réaliser et tester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592056" y="47548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par étape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D9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module ?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module vous prépare à votre projet de fin d'études (PFE) du Master 2.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4754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40233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Travaux Avant-Projet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892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3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75120" y="3383280"/>
            <a:ext cx="4754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40233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de fin d'études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4892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– semestre 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0" y="4160520"/>
            <a:ext cx="822960" cy="640080"/>
          </a:xfrm>
          <a:prstGeom prst="rightArrow">
            <a:avLst/>
          </a:prstGeom>
          <a:solidFill>
            <a:srgbClr val="D9E9FB"/>
          </a:solidFill>
          <a:ln w="12700">
            <a:solidFill>
              <a:srgbClr val="D9E9F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module comprend deux parties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2148840"/>
            <a:ext cx="1188720" cy="11887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611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480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notions de conception et les logiciels de simulation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0" y="2148840"/>
            <a:ext cx="1188720" cy="1188720"/>
          </a:xfrm>
          <a:prstGeom prst="ellipse">
            <a:avLst/>
          </a:prstGeom>
          <a:solidFill>
            <a:srgbClr val="2C5596"/>
          </a:solidFill>
          <a:ln w="12700">
            <a:solidFill>
              <a:srgbClr val="2C55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611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4480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réalisé en groupe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cours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2148840"/>
            <a:ext cx="960120" cy="9601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20116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Examen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6060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examen écrit avec des questions sur ce que nous étudions en cours.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10881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4251960"/>
            <a:ext cx="960120" cy="9601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2519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41148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470916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cours complet vous sera envoyé en PDF.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TP : un projet à réaliser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groupe réalise un projet complet, de l'idée au prototype.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463040" y="3246120"/>
            <a:ext cx="9235440" cy="0"/>
          </a:xfrm>
          <a:prstGeom prst="line">
            <a:avLst/>
          </a:prstGeom>
          <a:noFill/>
          <a:ln w="3810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880360"/>
            <a:ext cx="731520" cy="731520"/>
          </a:xfrm>
          <a:prstGeom prst="ellipse">
            <a:avLst/>
          </a:prstGeom>
          <a:solidFill>
            <a:srgbClr val="2C5596"/>
          </a:solidFill>
          <a:ln w="12700">
            <a:solidFill>
              <a:srgbClr val="2C55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-27432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-274320" y="4297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du projet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715000" y="2880360"/>
            <a:ext cx="731520" cy="731520"/>
          </a:xfrm>
          <a:prstGeom prst="ellipse">
            <a:avLst/>
          </a:prstGeom>
          <a:solidFill>
            <a:srgbClr val="2C5596"/>
          </a:solidFill>
          <a:ln w="12700">
            <a:solidFill>
              <a:srgbClr val="2C55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1500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le semestre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4297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et réalisation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332720" y="2880360"/>
            <a:ext cx="731520" cy="7315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33272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semaine du semestre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4297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Remise et présentation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539496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D9E9FB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400" y="53949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: jusqu'à la dernière semaine du semestre, avant les vacances d'hiver.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TP : évaluation et organisation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du TP est divisée en quatre parties 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745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01568" y="18745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84448" y="2286000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61688" y="18745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45936" y="2286000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4593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23176" y="18745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24544" y="18745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07424" y="2286000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0742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884664" y="18745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05840" y="39319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80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9319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proposés, entre faciles et moyens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17920" y="374904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83680" y="39319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0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39319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au maximum par groupe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du mois prochain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cette séance, je serai absent pendant un mois.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30175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4805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en ligne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89120" y="274320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30175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44805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en ligne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74320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30175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Ensuite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44805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normal des séances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Chapitre 1 : les 5 étapes de la conception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72768"/>
            <a:ext cx="603504" cy="60350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72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463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Analyser le besoin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4630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problème 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578608"/>
            <a:ext cx="603504" cy="60350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468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Écrire le cahier des charges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4688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+ contraintes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584448"/>
            <a:ext cx="603504" cy="60350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584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3474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Découper en blocs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4747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rôle par bloc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448056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590288"/>
            <a:ext cx="603504" cy="60350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5902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4480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les composants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44805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 justifier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0080" y="54864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3A6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5596128"/>
            <a:ext cx="603504" cy="60350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5596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783080" y="5486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Réaliser et tester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54864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par étape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Travaux Avant-Projet – Organisation du module</dc:title>
  <dc:subject>PptxGenJS Presentation</dc:subject>
  <dc:creator>PptxGenJS</dc:creator>
  <cp:lastModifiedBy>PptxGenJS</cp:lastModifiedBy>
  <cp:revision>1</cp:revision>
  <dcterms:created xsi:type="dcterms:W3CDTF">2026-09-28T22:49:32Z</dcterms:created>
  <dcterms:modified xsi:type="dcterms:W3CDTF">2026-09-28T22:49:32Z</dcterms:modified>
</cp:coreProperties>
</file>