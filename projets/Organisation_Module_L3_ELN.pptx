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Rappel de la séance précédente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vu les cinq étapes de conception d'un projet électronique, illustrées par l'exemple de la lampe automatique.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7300" y="2926080"/>
            <a:ext cx="822960" cy="8229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5730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931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Cahier des charges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le besoin et les contraintes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43784" y="26060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61004" y="2926080"/>
            <a:ext cx="822960" cy="8229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1004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3931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des solutions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47548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et comparer les solutions possibles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47488" y="26060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4708" y="2926080"/>
            <a:ext cx="822960" cy="8229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4708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3931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et simulation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84648" y="47548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Dessiner le schéma et le tester sur logiciel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51192" y="26060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868412" y="2926080"/>
            <a:ext cx="822960" cy="8229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8412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7388352" y="3931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88352" y="47548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Monter le prototype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54896" y="26060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2116" y="2926080"/>
            <a:ext cx="822960" cy="8229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72116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592056" y="3931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et validation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92056" y="47548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 projet répond au besoin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module ?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module vous prépare à votre projet de fin d'études (PFE) du Master 2.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47548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3611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0233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Travaux Avant-Projet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675120" y="3383280"/>
            <a:ext cx="47548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0" y="3611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40233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de fin d'études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2 – semestre 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0" y="4160520"/>
            <a:ext cx="822960" cy="640080"/>
          </a:xfrm>
          <a:prstGeom prst="rightArrow">
            <a:avLst/>
          </a:prstGeom>
          <a:solidFill>
            <a:srgbClr val="D9E9FB"/>
          </a:solidFill>
          <a:ln w="12700">
            <a:solidFill>
              <a:srgbClr val="D9E9F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comprend deux parties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7280" y="2148840"/>
            <a:ext cx="1188720" cy="118872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notions de conception et les logiciels de simulation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0" y="2148840"/>
            <a:ext cx="1188720" cy="1188720"/>
          </a:xfrm>
          <a:prstGeom prst="ellipse">
            <a:avLst/>
          </a:prstGeom>
          <a:solidFill>
            <a:srgbClr val="2C5596"/>
          </a:solidFill>
          <a:ln w="12700">
            <a:solidFill>
              <a:srgbClr val="2C55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réalisé en groupe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cours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05840" y="2148840"/>
            <a:ext cx="960120" cy="96012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1168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Examen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260604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examen écrit avec des questions sur ce que nous étudions en cours.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8813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4251960"/>
            <a:ext cx="960120" cy="96012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2519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4114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47091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cours complet vous sera envoyé en PDF.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TP : un projet à réaliser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groupe réalise un projet complet, de l'idée au prototype.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463040" y="3246120"/>
            <a:ext cx="9235440" cy="0"/>
          </a:xfrm>
          <a:prstGeom prst="line">
            <a:avLst/>
          </a:prstGeom>
          <a:noFill/>
          <a:ln w="38100">
            <a:solidFill>
              <a:srgbClr val="1B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880360"/>
            <a:ext cx="731520" cy="731520"/>
          </a:xfrm>
          <a:prstGeom prst="ellipse">
            <a:avLst/>
          </a:prstGeom>
          <a:solidFill>
            <a:srgbClr val="2C5596"/>
          </a:solidFill>
          <a:ln w="12700">
            <a:solidFill>
              <a:srgbClr val="2C55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-27432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-27432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du projet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715000" y="2880360"/>
            <a:ext cx="731520" cy="731520"/>
          </a:xfrm>
          <a:prstGeom prst="ellipse">
            <a:avLst/>
          </a:prstGeom>
          <a:solidFill>
            <a:srgbClr val="2C5596"/>
          </a:solidFill>
          <a:ln w="12700">
            <a:solidFill>
              <a:srgbClr val="2C55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Pendant le semestre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et réalisation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332720" y="2880360"/>
            <a:ext cx="731520" cy="73152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33272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semaine du semestre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Remise et présentation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D9E9FB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4400" y="53949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: jusqu'à la dernière semaine du semestre, avant les vacances d'hiver.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TP : évaluation et organisation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note du TP est divisée en quatre parties 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01568" y="187452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84448" y="228600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61688" y="187452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63056" y="187452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45936" y="228600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45936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187452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24544" y="187452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07424" y="2286000"/>
            <a:ext cx="640080" cy="64008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884664" y="187452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490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05840" y="39319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80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93192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proposés, entre faciles et moyens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217920" y="37490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583680" y="39319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0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393192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au maximum par groupe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du mois prochain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cette séance, je serai absent pendant un mois.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01752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480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en ligne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301752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4480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en ligne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301752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Ensuite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4480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C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normal des séances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Chapitre 1 : les cinq étapes de conception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72768"/>
            <a:ext cx="603504" cy="6035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Cahier des charges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4630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le besoin et les contraintes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578608"/>
            <a:ext cx="603504" cy="6035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468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des solutions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4688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Chercher et comparer les solutions possibles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584448"/>
            <a:ext cx="603504" cy="6035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5844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3474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et simulation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34747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Dessiner le schéma et le tester sur logiciel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590288"/>
            <a:ext cx="603504" cy="6035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5902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44805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48056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Monter le prototype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25400" dir="5400000">
              <a:srgbClr val="1B3A6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5596128"/>
            <a:ext cx="603504" cy="6035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5961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783080" y="5486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et validation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54864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 projet répond au besoin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Travaux Avant-Projet – Organisation du module</dc:title>
  <dc:subject>PptxGenJS Presentation</dc:subject>
  <dc:creator>PptxGenJS</dc:creator>
  <cp:lastModifiedBy>PptxGenJS</cp:lastModifiedBy>
  <cp:revision>1</cp:revision>
  <dcterms:created xsi:type="dcterms:W3CDTF">2026-09-28T22:46:45Z</dcterms:created>
  <dcterms:modified xsi:type="dcterms:W3CDTF">2026-09-28T22:46:45Z</dcterms:modified>
</cp:coreProperties>
</file>